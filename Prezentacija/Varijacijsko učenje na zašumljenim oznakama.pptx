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63" r:id="rId5"/>
    <p:sldId id="275" r:id="rId6"/>
    <p:sldId id="276" r:id="rId7"/>
    <p:sldId id="265" r:id="rId8"/>
    <p:sldId id="286" r:id="rId9"/>
    <p:sldId id="274" r:id="rId10"/>
    <p:sldId id="277" r:id="rId11"/>
    <p:sldId id="266" r:id="rId12"/>
    <p:sldId id="267" r:id="rId13"/>
    <p:sldId id="278" r:id="rId14"/>
    <p:sldId id="279" r:id="rId15"/>
    <p:sldId id="287" r:id="rId16"/>
    <p:sldId id="270" r:id="rId17"/>
    <p:sldId id="283" r:id="rId18"/>
    <p:sldId id="282" r:id="rId19"/>
    <p:sldId id="284" r:id="rId20"/>
    <p:sldId id="280" r:id="rId21"/>
    <p:sldId id="271" r:id="rId22"/>
    <p:sldId id="28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8.7.2025.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8.7.2025.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8.7.2025.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8.7.2025.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8.7.2025.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8.7.2025.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8.7.2025.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8.7.2025.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8.7.2025.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8.7.2025.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8.7.2025.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8.7.2025.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8.7.2025.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ceedings.neurips.cc/paper_files/paper/2024/hash/6de71272e0be559af3f76b884e94794b-Abstract-Conference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arxiv.org/abs/2503.08829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nadziranom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pogreške označivača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7C05C61E-BA12-0A1F-0003-1040242DC829}"/>
              </a:ext>
            </a:extLst>
          </p:cNvPr>
          <p:cNvSpPr/>
          <p:nvPr/>
        </p:nvSpPr>
        <p:spPr>
          <a:xfrm>
            <a:off x="5043054" y="5762484"/>
            <a:ext cx="332509" cy="194971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970844"/>
            <a:ext cx="9572383" cy="4795082"/>
          </a:xfrm>
        </p:spPr>
        <p:txBody>
          <a:bodyPr>
            <a:normAutofit/>
          </a:bodyPr>
          <a:lstStyle/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navode optimizaciju da u model ugradi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većina metoda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mijenja i oznake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neke metode ne mijenjaju oznake, već dodatno perturbiraju podatke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3675355" y="5576510"/>
            <a:ext cx="6206589" cy="892552"/>
            <a:chOff x="3693111" y="5479702"/>
            <a:chExt cx="6206589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7220494" y="5479702"/>
              <a:ext cx="26792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teže primjenjivi u stvarnom svijetu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1D22B6A-8919-1AB5-09B6-61F879B0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95" y="3841624"/>
            <a:ext cx="9667782" cy="269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799"/>
            <a:ext cx="9692640" cy="4937125"/>
          </a:xfrm>
        </p:spPr>
        <p:txBody>
          <a:bodyPr>
            <a:normAutofit/>
          </a:bodyPr>
          <a:lstStyle/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 čistih prototipova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sz="2600" b="1" i="1" noProof="0" dirty="0">
                <a:latin typeface="Arial" panose="020B0604020202020204" pitchFamily="34" charset="0"/>
                <a:cs typeface="Arial" panose="020B0604020202020204" pitchFamily="34" charset="0"/>
              </a:rPr>
              <a:t>μ</a:t>
            </a:r>
            <a:r>
              <a:rPr lang="en-US" sz="2600" i="1" baseline="-25000" noProof="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 zatrovanih prototipova </a:t>
            </a:r>
            <a:r>
              <a:rPr lang="el-GR" sz="2600" b="1" i="1" noProof="0" dirty="0">
                <a:latin typeface="Arial" panose="020B0604020202020204" pitchFamily="34" charset="0"/>
                <a:cs typeface="Arial" panose="020B0604020202020204" pitchFamily="34" charset="0"/>
              </a:rPr>
              <a:t>η</a:t>
            </a:r>
            <a:r>
              <a:rPr lang="en-US" sz="2600" i="1" baseline="-25000" noProof="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hr-HR" sz="2600" i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(algoritam SK)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6A95AE8-E5A2-F3A7-87EE-70DD803B443D}"/>
              </a:ext>
            </a:extLst>
          </p:cNvPr>
          <p:cNvGrpSpPr/>
          <p:nvPr/>
        </p:nvGrpSpPr>
        <p:grpSpPr>
          <a:xfrm>
            <a:off x="2752542" y="2735846"/>
            <a:ext cx="6711300" cy="2814377"/>
            <a:chOff x="2733205" y="2662051"/>
            <a:chExt cx="6711300" cy="281437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00F0D49-A854-E309-B1DF-462B0242C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25"/>
            <a:stretch>
              <a:fillRect/>
            </a:stretch>
          </p:blipFill>
          <p:spPr>
            <a:xfrm>
              <a:off x="2733205" y="2662051"/>
              <a:ext cx="6697010" cy="126700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8B67BB9-001D-C688-03B8-384A916E5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7495" y="4066531"/>
              <a:ext cx="6697010" cy="1409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257" y="4217404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814455"/>
          </a:xfrm>
        </p:spPr>
        <p:txBody>
          <a:bodyPr>
            <a:normAutofit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3 ponavljanja pojedinih eksperimenata</a:t>
            </a: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222657" cy="4735002"/>
          </a:xfrm>
        </p:spPr>
        <p:txBody>
          <a:bodyPr>
            <a:normAutofit lnSpcReduction="10000"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95A67E5-079A-6313-575A-9F908929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0950" y="4259702"/>
            <a:ext cx="3248478" cy="207674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E2528B-CAAA-8B27-CC59-FAA7B4001872}"/>
              </a:ext>
            </a:extLst>
          </p:cNvPr>
          <p:cNvGrpSpPr/>
          <p:nvPr/>
        </p:nvGrpSpPr>
        <p:grpSpPr>
          <a:xfrm>
            <a:off x="791569" y="2505759"/>
            <a:ext cx="10359850" cy="3751926"/>
            <a:chOff x="877569" y="2504075"/>
            <a:chExt cx="10359850" cy="375192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924F0A2-8B55-BC04-6C9E-2F58244C3025}"/>
                </a:ext>
              </a:extLst>
            </p:cNvPr>
            <p:cNvGrpSpPr/>
            <p:nvPr/>
          </p:nvGrpSpPr>
          <p:grpSpPr>
            <a:xfrm>
              <a:off x="877569" y="2504075"/>
              <a:ext cx="5818018" cy="3751926"/>
              <a:chOff x="596189" y="2504075"/>
              <a:chExt cx="5818018" cy="375192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5E83B980-F48B-E3BA-B57A-0F89DCCAC1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95"/>
              <a:stretch>
                <a:fillRect/>
              </a:stretch>
            </p:blipFill>
            <p:spPr>
              <a:xfrm>
                <a:off x="596189" y="3178997"/>
                <a:ext cx="5818018" cy="307700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C0F6ED8-F856-7668-D143-B0F3237E447B}"/>
                  </a:ext>
                </a:extLst>
              </p:cNvPr>
              <p:cNvSpPr txBox="1"/>
              <p:nvPr/>
            </p:nvSpPr>
            <p:spPr>
              <a:xfrm>
                <a:off x="1234282" y="2504075"/>
                <a:ext cx="4541832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Simetrično zašumljivanje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C949B59-3227-2718-5513-CA295B1C8C86}"/>
                </a:ext>
              </a:extLst>
            </p:cNvPr>
            <p:cNvGrpSpPr/>
            <p:nvPr/>
          </p:nvGrpSpPr>
          <p:grpSpPr>
            <a:xfrm>
              <a:off x="6695587" y="2505661"/>
              <a:ext cx="4541832" cy="3750340"/>
              <a:chOff x="6245690" y="2505661"/>
              <a:chExt cx="4541832" cy="375034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0FA2FEA-7BEA-E62A-C430-ABF611962E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11419" y="3493365"/>
                <a:ext cx="3210373" cy="2762636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9791A7-68A4-7211-9B53-9E5BF6FF9236}"/>
                  </a:ext>
                </a:extLst>
              </p:cNvPr>
              <p:cNvSpPr txBox="1"/>
              <p:nvPr/>
            </p:nvSpPr>
            <p:spPr>
              <a:xfrm>
                <a:off x="6245690" y="2505661"/>
                <a:ext cx="4541832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Asimetrično zašumljivanje,</a:t>
                </a:r>
              </a:p>
              <a:p>
                <a:pPr algn="ctr"/>
                <a:r>
                  <a:rPr lang="hr-HR" sz="26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stopa šuma 40%</a:t>
                </a:r>
              </a:p>
            </p:txBody>
          </p:sp>
        </p:grpSp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038170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1988413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2697721" y="4564914"/>
            <a:ext cx="617310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  <a:endParaRPr lang="hr-HR" sz="2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6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584BCB-5F06-51D3-B90B-1CDB2D646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3947" y="5229395"/>
            <a:ext cx="5706271" cy="1066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D0D81D-8C95-0230-DEE8-466204BCC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66" y="2099630"/>
            <a:ext cx="9745435" cy="21243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65738"/>
            <a:ext cx="9775834" cy="1382062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48E4ED2-4130-4F26-CA7A-B8D32B79D480}"/>
              </a:ext>
            </a:extLst>
          </p:cNvPr>
          <p:cNvSpPr txBox="1">
            <a:spLocks/>
          </p:cNvSpPr>
          <p:nvPr/>
        </p:nvSpPr>
        <p:spPr>
          <a:xfrm>
            <a:off x="1038169" y="1010777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0BB18CE-5CE4-9602-07DA-67086A27AEE8}"/>
              </a:ext>
            </a:extLst>
          </p:cNvPr>
          <p:cNvGrpSpPr/>
          <p:nvPr/>
        </p:nvGrpSpPr>
        <p:grpSpPr>
          <a:xfrm>
            <a:off x="949577" y="1535306"/>
            <a:ext cx="9868538" cy="5165441"/>
            <a:chOff x="949577" y="1535306"/>
            <a:chExt cx="9868538" cy="516544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2243BF8-629F-44DB-0405-E099E156A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89741" y="4624007"/>
              <a:ext cx="4582164" cy="207674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43687AB-90A7-D788-42FE-B7F53CE37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9577" y="2026997"/>
              <a:ext cx="4639322" cy="2095792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B653B42-6214-3D0F-D63D-5007E0890338}"/>
                </a:ext>
              </a:extLst>
            </p:cNvPr>
            <p:cNvSpPr txBox="1"/>
            <p:nvPr/>
          </p:nvSpPr>
          <p:spPr>
            <a:xfrm>
              <a:off x="2442787" y="1535307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D44A51E-3430-78F3-E6E6-1A27B147E5BA}"/>
                </a:ext>
              </a:extLst>
            </p:cNvPr>
            <p:cNvSpPr txBox="1"/>
            <p:nvPr/>
          </p:nvSpPr>
          <p:spPr>
            <a:xfrm>
              <a:off x="7681529" y="1535306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607CDCD-2CCC-7111-0B0F-3C56C6354B35}"/>
                </a:ext>
              </a:extLst>
            </p:cNvPr>
            <p:cNvSpPr txBox="1"/>
            <p:nvPr/>
          </p:nvSpPr>
          <p:spPr>
            <a:xfrm>
              <a:off x="5054372" y="4131564"/>
              <a:ext cx="1652903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C6D5ADC-1B79-4DCF-4A3A-DB02FAFDF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7845" y="2026997"/>
              <a:ext cx="4620270" cy="2095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 lnSpcReduction="10000"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</a:t>
            </a: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794</TotalTime>
  <Words>688</Words>
  <Application>Microsoft Office PowerPoint</Application>
  <PresentationFormat>Widescreen</PresentationFormat>
  <Paragraphs>156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Okvir VIBE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26</cp:revision>
  <dcterms:created xsi:type="dcterms:W3CDTF">2025-01-25T17:12:03Z</dcterms:created>
  <dcterms:modified xsi:type="dcterms:W3CDTF">2025-07-08T01:40:34Z</dcterms:modified>
</cp:coreProperties>
</file>